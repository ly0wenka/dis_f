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МОДЕЛІ, МЕТОДИ ТА ІНФОРМАЦІЙНА ТЕХНОЛОГІЯ</a:t>
            </a:r>
          </a:p>
          <a:p>
            <a:r>
              <a:t>ДИСТАНЦІЙНОЇ ІДЕНТИФІКАЦІЇ ПАРАМЕТРІВ ДИНАМІЧНИХ ОБ'ЄКТІВ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Здобувач: Кондратов Олексій Михайлович</a:t>
            </a:r>
          </a:p>
          <a:p>
            <a:r>
              <a:t>Науковий керівник: д.т.н., проф. Нікуліна Олена Миколаївна</a:t>
            </a:r>
          </a:p>
          <a:p>
            <a:r>
              <a:t>НТУ «ХПІ» – Харків,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Актуальність теми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Підвищення точності, надійності та адаптивності дистанційної ідентифікації параметрів динамічних об'єктів (ДІПДО)</a:t>
            </a:r>
          </a:p>
          <a:p>
            <a:pPr/>
            <a:r>
              <a:t>Інтеграція трансформерних детекторів (DETR), методів оптичного потоку (Farneback, Lucas-Kanade, Horn-Schunck, FlowNet, GeoNet), оцінки глибини (MiDaS, DPT, GeoNet) та ансамблів (Bagging, Boosting)</a:t>
            </a:r>
          </a:p>
          <a:p>
            <a:pPr/>
            <a:r>
              <a:t>Існуючі системи працюють в обмежених умовах або потребують значних обчислювальних ресурсів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Мета, об’єкт, предмет та методи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Мета: підвищення точності та надійності ДІПДО</a:t>
            </a:r>
          </a:p>
          <a:p>
            <a:pPr/>
            <a:r>
              <a:t>Об’єкт дослідження: процес дистанційної ідентифікації параметрів динамічних об'єктів у відеопотоках та сенсорних даних</a:t>
            </a:r>
          </a:p>
          <a:p>
            <a:pPr/>
            <a:r>
              <a:t>Предмет дослідження: моделі, методи та інформаційна технологія визначення просторових, кінематичних і структурних параметрів</a:t>
            </a:r>
          </a:p>
          <a:p>
            <a:pPr/>
            <a:r>
              <a:t>Методи: комп'ютерний зір, глибоке навчання (DETR, FlowNet, MiDaS), оптичний потік, ансамблеві методи, математичне моделювання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Завдання дослідження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Аналіз сучасних методів ДІПДО, визначення обмежень</a:t>
            </a:r>
          </a:p>
          <a:p>
            <a:pPr/>
            <a:r>
              <a:t>2. Класифікація параметрів динамічних об'єктів та методів їх визначення</a:t>
            </a:r>
          </a:p>
          <a:p>
            <a:pPr/>
            <a:r>
              <a:t>3. Розробка моделей інтеграції DETR, оптичного потоку та нейромережевої оцінки глибини</a:t>
            </a:r>
          </a:p>
          <a:p>
            <a:pPr/>
            <a:r>
              <a:t>4. Обґрунтування використання Bagging та Boosting для підвищення стійкості</a:t>
            </a:r>
          </a:p>
          <a:p>
            <a:pPr/>
            <a:r>
              <a:t>5. Програмна реалізація інформаційної технології</a:t>
            </a:r>
          </a:p>
          <a:p>
            <a:pPr/>
            <a:r>
              <a:t>6. Експериментальне тестування 35 комбінацій методів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Класифікація параметрів динамічних об'єктів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1430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Категорія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Параметри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Просторові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Координати (x,y,z), глибина, розміри (w,h), орієнтація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Кінематичні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Швидкість (v), прискорення (a), напрям руху (θ), траєкторія (T)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Структурні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Контур, площа (S), клас об'єкта, ознаки форми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Наукова новизна отриманих результатів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Вперше: метод ДІПДО на основі DETR + оптичного потоку – одночасне виявлення, відстеження та оцінювання швидкості/траєкторії</a:t>
            </a:r>
          </a:p>
          <a:p>
            <a:pPr/>
            <a:r>
              <a:t>2. Вперше: структура інформаційної технології з інтеграцією FlowNet, GeoNet, трансформерів та ансамблевої корекції</a:t>
            </a:r>
          </a:p>
          <a:p>
            <a:pPr/>
            <a:r>
              <a:t>3. Удосконалено метод оцінювання глибини (MiDaS, DPT, GeoNet з Bagging/Boosting)</a:t>
            </a:r>
          </a:p>
          <a:p>
            <a:pPr/>
            <a:r>
              <a:t>4. Удосконалено метод ансамблевої агрегації (Bagging для зменшення дисперсії, Boosting для уточнення меж)</a:t>
            </a:r>
          </a:p>
          <a:p>
            <a:pPr/>
            <a:r>
              <a:t>5. Удосконалено систему метрик (EPE, AAE, RMSE, MAE, PSNR, IoU, Dice) для 35 комбінацій</a:t>
            </a:r>
          </a:p>
          <a:p>
            <a:pPr/>
            <a:r>
              <a:t>6. Подальший розвиток методу синтезу просторово-часових ознак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Практичне значення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Безпека та оборона (відеоспостереження, БПЛА) – висока точність у реальному часі</a:t>
            </a:r>
          </a:p>
          <a:p>
            <a:pPr/>
            <a:r>
              <a:t>Автономний транспорт та логістика – уникнення зіткнень на основі швидкості та траєкторії</a:t>
            </a:r>
          </a:p>
          <a:p>
            <a:pPr/>
            <a:r>
              <a:t>Цифровізація та економіка – розгортання на мобільних пристроях</a:t>
            </a:r>
          </a:p>
          <a:p>
            <a:pPr/>
            <a:r>
              <a:t>Медицина – неінвазивна діагностика (кровотік, рух серця)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Апробація та публікації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15 наукових праць: 1 стаття у Scopus, 7 статей у фахових виданнях категорії Б, 7 матеріалів апробаційного характеру</a:t>
            </a:r>
          </a:p>
          <a:p>
            <a:pPr/>
            <a:r>
              <a:t>Апробація: MicroCAD (2023-2025), KhPIWeek (2025), конференції молодих вчених НТУ «ХПІ»</a:t>
            </a:r>
          </a:p>
          <a:p>
            <a:pPr/>
            <a:r>
              <a:t>Впровадження: НТУ «ХПІ», ТОВ «Метінвест Політехніка», Радіоастрономічний інститут НАН України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Еволюція класичних методів виявлення об'єктів (рис.1.1)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Viola-Jones → HOG → DPM → Aggregated Channel Features</a:t>
            </a:r>
          </a:p>
          <a:p>
            <a:r>
              <a:t>Ключові особливості: інтегральне представлення, гістограми градієнтів, деформовані частини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рис.1.1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Одноетапні CNN-детектори (рис.1.2)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YOLO (2015) → SSD (2015) → RetinaNet (2017) → CornerNet (2018) → CenterNet (2019) → DETR (2020) → Deformable DETR (2021)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рис.1.2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Двоетапні архітектури R-CNN (рис.1.3)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R-CNN → SPP-Net → Fast R-CNN → Faster R-CNN → Mask R-CNN → Cascade R-CNN</a:t>
            </a:r>
          </a:p>
          <a:p>
            <a:r>
              <a:t>Ключові особливості: ROI pooling, RPN, багатозадачне навчання, сегментація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рис.1.3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Аналітична модель DETR + Optical Flow (рис.3.1)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Вхідний відеопотік → DETR (локалізація об'єктів) → оптичний потік (вектори руху) → аналіз параметрів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рис.3.1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Виявлення об'єктів DETR – параметри (табл.4.3)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653142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Клас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Довіра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x,y (пікс)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v (px/кадр)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θ (град)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658,5;281,0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175,5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750,0;70,0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-152,4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689,0;70,5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-143,5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688,5;70,5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-144,8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277,5;264,0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-6,5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513,5;195,5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147,5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Порівняння методів оптичного потоку (табл.4.4)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620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Метод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EPE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v об'єкта 0 (px/кадр)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Примітка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Farneback (ref)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Базовий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Lucas-Kanade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Розріджений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Horn-Schunck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Гладке поле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FlowNet (проксі)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Резервний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GeoNet (проксі)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Резервний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Порівняння методів оцінювання глибини (табл.4.5)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5715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Метод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RMSE 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MAE 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PSNR (дБ)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IoU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Dice ↑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MiDaS (ref)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DPT_Large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12,593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9,057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26,128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0,976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GeoNet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43,727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0,997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Bagging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51,065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0,998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0,990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Blur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106,022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95,356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7,623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0,209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124,586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99,958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0,257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Основні висновки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Розроблено моделі, методи та ІТ ДІПДО з інтеграцією DETR, оптичного потоку, глибини та ансамблів</a:t>
            </a:r>
          </a:p>
          <a:p>
            <a:pPr/>
            <a:r>
              <a:t>2. Запропоновано метод ДІПДО на основі DETR+оптичний потік – одночасне виявлення, відстеження та оцінка параметрів руху</a:t>
            </a:r>
          </a:p>
          <a:p>
            <a:pPr/>
            <a:r>
              <a:t>3. Удосконалено оцінку глибини шляхом адаптивного комбінування MiDaS, DPT, GeoNet з Bagging/Boosting</a:t>
            </a:r>
          </a:p>
          <a:p>
            <a:pPr/>
            <a:r>
              <a:t>4. Експериментально підтверджено перевагу Bagging (RMSE=0,713, IoU=0,996) над окремими моделями</a:t>
            </a:r>
          </a:p>
          <a:p>
            <a:pPr/>
            <a:r>
              <a:t>5. Система працює в реальному часі, стійка до шумів, оклюзій та зміни освітлення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Впровадження результатів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НТУ «ХПІ» – дисципліни «Інтелектуальні системи», «Інтелектуальний аналіз даних», «Дослідження операцій»</a:t>
            </a:r>
          </a:p>
          <a:p>
            <a:pPr/>
            <a:r>
              <a:t>ТОВ «Технічний університет «Метінвест Політехніка» – дисципліни з кібербезпеки, GUI, захисту даних</a:t>
            </a:r>
          </a:p>
          <a:p>
            <a:pPr/>
            <a:r>
              <a:t>Радіоастрономічний інститут НАН України – аналіз динамічних процесів у сонячній атмосфері, ідентифікація радіосплесків</a:t>
            </a:r>
          </a:p>
          <a:p>
            <a:pPr/>
            <a:r>
              <a:t>Публікації: 1 Scopus, 7 фахових статей, 7 тез конференцій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